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E8E8F0"/>
                </a:solidFill>
              </a:defRPr>
            </a:pPr>
            <a:r>
              <a:t>DreamPulse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90CAF9"/>
                </a:solidFill>
              </a:defRPr>
            </a:pPr>
            <a:r>
              <a:t>Akıllı Wear OS Uyku Alarmı</a:t>
            </a:r>
          </a:p>
          <a:p>
            <a:r>
              <a:t>Uykunuzu optimize edin, dinç uyanın!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E8F0"/>
                </a:solidFill>
              </a:defRPr>
            </a:pPr>
            <a:r>
              <a:t>Sorun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90CAF9"/>
                </a:solidFill>
              </a:defRPr>
            </a:pPr>
            <a:r>
              <a:t>Yeterince uyumanıza rağmen yorgun mu uyanıyorsunuz?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Geleneksel alarmlar sabit bir saate ayarlıdır.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Ne zaman uykuya daldığınızı bilmezler.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Derin uykunun ortasında uyanmak, gün boyu süren yorgunluğa neden olur.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E8F0"/>
                </a:solidFill>
              </a:defRPr>
            </a:pPr>
            <a:r>
              <a:t>Çözüm: DreamPulse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90CAF9"/>
                </a:solidFill>
              </a:defRPr>
            </a:pPr>
            <a:r>
              <a:t>DreamPulse, saatinizi kullanarak uykuya daldığınız anı tespit eder.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Sabit saat yerine, hedeflediğiniz 'uyku süresine' odaklanır.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Sadece uykuya daldıktan sonra geri sayıma başlar.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Telefondan tamamen bağımsız çalışır.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E8F0"/>
                </a:solidFill>
              </a:defRPr>
            </a:pPr>
            <a:r>
              <a:t>Nasıl Çalışır?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90CAF9"/>
                </a:solidFill>
              </a:defRPr>
            </a:pPr>
            <a:r>
              <a:t>Kullanımı çok basittir: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1. Uyumak istediğiniz süreyi seçin (Örn: 7.5 saat).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2. Saatinizi takın ve uyuyun.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3. DreamPulse, kalp atış hızınızı analiz ederek uyku anınızı bulur.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4. Hedef süreniz dolduğunda sizi uyandırır.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E8F0"/>
                </a:solidFill>
              </a:defRPr>
            </a:pPr>
            <a:r>
              <a:t>Beta Testine Katılın!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90CAF9"/>
                </a:solidFill>
              </a:defRPr>
            </a:pPr>
            <a:r>
              <a:t>Google Play'de genel yayına geçmek için test kullanıcılarına ihtiyacımız var.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Google Play politikası gereği 12 test kullanıcısına ulaşmalıyız.</a:t>
            </a:r>
          </a:p>
          <a:p>
            <a:pPr lvl="1">
              <a:defRPr>
                <a:solidFill>
                  <a:srgbClr val="90CAF9"/>
                </a:solidFill>
              </a:defRPr>
            </a:pPr>
            <a:r>
              <a:t>Wear OS saat sahibiyseniz (Samsung Galaxy Watch, Pixel Watch vb.) sadece 1 gece deneyerek destek olabilirsiniz.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8E8F0"/>
                </a:solidFill>
              </a:defRPr>
            </a:pPr>
            <a:r>
              <a:t>Başlamak İçin QR Kodu Tarayın</a:t>
            </a:r>
          </a:p>
        </p:txBody>
      </p:sp>
      <p:pic>
        <p:nvPicPr>
          <p:cNvPr id="3" name="Picture 2" descr="dreampulse_qr_code_1778490183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